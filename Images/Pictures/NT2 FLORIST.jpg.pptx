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BEF5-C281-0010-9645-F440C0AC7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75984-102E-FB3C-0A80-0609A4031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0DE2F-F4E8-CFE4-2C2E-5F62B292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BEB8-CCD2-EF15-CE81-B21C39E9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6A244-5EF4-B530-04BE-300DCB51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6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AA22-6804-4CBE-78C0-2DB58078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4724-0BBA-DD17-3A6D-EC0029004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73B9-C421-8317-A3B4-985DAC3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9AEC-CCB3-BAD3-500E-E94184E3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9E86-15B4-C09C-B079-2419D78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A6DA-FF6C-CFBA-A472-186925376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1B354-B232-2721-80E9-40B9030DF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A79A6-F226-B435-B83B-982924FE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A943F-24AC-6816-E26A-E41892AC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E9F3-685B-AC6F-763E-908503DD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3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1012-2AAC-4591-FDD7-40B38F9B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E42A-5CB0-EB2E-A5DB-C9BBC8FBE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577AD-4C76-DBDE-BAE6-D9E5887C9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D3257-F951-1B92-E95B-C271ADE7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F7CAB-355F-7325-2759-6B16354F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F1BB3-D853-AB2A-D367-F186DA3A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5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014C-BE26-DB09-356D-CC03F4F9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72182-5404-4ED7-CC38-33C297899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2DC52-89E2-0077-F6AA-ADCE9BBD8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EC575-A745-A33D-D32D-91526E4CF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CE158-F12D-DD98-D936-4EA865A05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E2B1A-790E-F4A4-8EE4-37669F43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19CF7-9C2D-7601-4BF1-5730258E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937FB-0907-FF6F-7414-E474A9D3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2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CD5C-4675-40F7-FF0F-65BC37C3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DEB2D-5333-AFE5-F56E-2FC966AF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B9550-5640-A9FE-004C-3DBB03C3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2182B-0342-C5A4-2461-75337AF8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042A36-720A-3415-3CBA-630F9DC0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21F11-EFCF-4E4B-5FDE-C79692E4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AA669-2DB1-F438-742C-B34A6D53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3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D1AC-9F75-AF89-5533-C4E327ADB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B02D-66F2-8AC6-DBCB-6F1D4D62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0D6E1-86E0-8581-3A25-B039CE927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AE2D7-5F95-B38B-172C-A8A18DA9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FD210-BF10-A44D-577C-9792ECEB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DED1B-B4E9-3E1B-3C51-F00CCE49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CB71-07AD-9438-9AA7-D67BF9D2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12C83A-3515-1466-D58E-E9EC54D7C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C4608-DC68-5A2D-47F6-00BF71FC2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FE143-7EA0-CE53-D8E2-31542D2E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AD12C-D4FA-691F-4239-C84E12CB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C409E-6096-2B3A-AAD3-67D5D987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7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3CD1-DC2D-FF45-15A9-D61FF437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D3F26-4326-423F-980F-EBFF7E36F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508A4-85A8-31D5-F651-C0BE1C87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4B75-5BB6-5D02-696D-83FC7C0C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9739F-4498-6E42-E20A-D82EEE74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6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29993-6A25-EC2D-15E1-77256C91B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9B14A-81FD-C03E-62C6-23CB4D11E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E7AE-30C4-E978-193E-BF233EB3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8FC1-990D-A317-40F2-057E80C9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7A7B-D6C5-F277-B7E4-2C9708DC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3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2FAB1-1D39-7CF4-7835-89C7511E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06169-68A0-C054-CDC3-2F39E8EEB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E2DAF-7C72-E421-4044-31A80D7FB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A1989-86FE-4FC3-85DD-C0356E293408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D2092-A91F-C30C-1D10-ABE12B506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4D6AD-E7B4-643E-A144-BDC17EA1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B03A3-547C-4237-93CB-C2C5E433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4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5A76F9-D124-1C23-B4C8-44DC0FE41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38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1640B5-DE23-BC57-3EBD-C5E247CA9B91}"/>
              </a:ext>
            </a:extLst>
          </p:cNvPr>
          <p:cNvSpPr/>
          <p:nvPr/>
        </p:nvSpPr>
        <p:spPr>
          <a:xfrm>
            <a:off x="0" y="0"/>
            <a:ext cx="43711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Toko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Kembang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EA46B-9056-A2C1-8E85-0EC455DB5EB7}"/>
              </a:ext>
            </a:extLst>
          </p:cNvPr>
          <p:cNvSpPr txBox="1"/>
          <p:nvPr/>
        </p:nvSpPr>
        <p:spPr>
          <a:xfrm>
            <a:off x="2296160" y="258901"/>
            <a:ext cx="48564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dirty="0">
                <a:solidFill>
                  <a:srgbClr val="FF0000"/>
                </a:solidFill>
                <a:latin typeface="Monotype Corsiva" panose="03010101010201010101" pitchFamily="66" charset="0"/>
              </a:rPr>
              <a:t>N</a:t>
            </a:r>
            <a:r>
              <a:rPr lang="en-US" sz="15000" dirty="0">
                <a:solidFill>
                  <a:srgbClr val="FF0000"/>
                </a:solidFill>
                <a:latin typeface="Monotype Corsiva" panose="03010101010201010101" pitchFamily="66" charset="0"/>
              </a:rPr>
              <a:t>T2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60825-A090-8639-5A47-32B44F1A5F3E}"/>
              </a:ext>
            </a:extLst>
          </p:cNvPr>
          <p:cNvSpPr txBox="1"/>
          <p:nvPr/>
        </p:nvSpPr>
        <p:spPr>
          <a:xfrm>
            <a:off x="6258560" y="643621"/>
            <a:ext cx="63804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solidFill>
                  <a:srgbClr val="FF0000"/>
                </a:solidFill>
                <a:latin typeface="Vladimir Script" panose="03050402040407070305" pitchFamily="66" charset="0"/>
              </a:rPr>
              <a:t>Florist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FF9F4A-6965-F5E1-7067-503F332BE57A}"/>
              </a:ext>
            </a:extLst>
          </p:cNvPr>
          <p:cNvSpPr/>
          <p:nvPr/>
        </p:nvSpPr>
        <p:spPr>
          <a:xfrm>
            <a:off x="8780926" y="4389735"/>
            <a:ext cx="26159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PAK JON</a:t>
            </a:r>
            <a:endParaRPr lang="en-US" sz="5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63507A-8614-098C-C458-6FF888DB0D10}"/>
              </a:ext>
            </a:extLst>
          </p:cNvPr>
          <p:cNvSpPr/>
          <p:nvPr/>
        </p:nvSpPr>
        <p:spPr>
          <a:xfrm>
            <a:off x="8041767" y="5080941"/>
            <a:ext cx="409422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PIMPINAN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C00D8-C69A-A99E-D8EA-63108076FB86}"/>
              </a:ext>
            </a:extLst>
          </p:cNvPr>
          <p:cNvSpPr txBox="1"/>
          <p:nvPr/>
        </p:nvSpPr>
        <p:spPr>
          <a:xfrm>
            <a:off x="698500" y="3997033"/>
            <a:ext cx="5631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>
                <a:latin typeface="Cooper Black" panose="0208090404030B020404" pitchFamily="18" charset="0"/>
              </a:rPr>
              <a:t>Menerima</a:t>
            </a:r>
            <a:r>
              <a:rPr lang="en-US" sz="2800" i="1" dirty="0">
                <a:latin typeface="Cooper Black" panose="0208090404030B020404" pitchFamily="18" charset="0"/>
              </a:rPr>
              <a:t> :</a:t>
            </a:r>
          </a:p>
          <a:p>
            <a:r>
              <a:rPr lang="en-US" sz="2800" i="1" dirty="0">
                <a:latin typeface="Cooper Black" panose="0208090404030B020404" pitchFamily="18" charset="0"/>
              </a:rPr>
              <a:t>-  </a:t>
            </a:r>
            <a:r>
              <a:rPr lang="en-US" sz="2800" i="1" dirty="0" err="1">
                <a:latin typeface="Cooper Black" panose="0208090404030B020404" pitchFamily="18" charset="0"/>
              </a:rPr>
              <a:t>Papan</a:t>
            </a:r>
            <a:r>
              <a:rPr lang="en-US" sz="2800" i="1" dirty="0">
                <a:latin typeface="Cooper Black" panose="0208090404030B020404" pitchFamily="18" charset="0"/>
              </a:rPr>
              <a:t> Bunga </a:t>
            </a:r>
            <a:r>
              <a:rPr lang="en-US" sz="2800" i="1" dirty="0" err="1">
                <a:latin typeface="Cooper Black" panose="0208090404030B020404" pitchFamily="18" charset="0"/>
              </a:rPr>
              <a:t>Pernikahan</a:t>
            </a:r>
            <a:endParaRPr lang="en-US" sz="2800" i="1" dirty="0">
              <a:latin typeface="Cooper Black" panose="0208090404030B0204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800" i="1" dirty="0" err="1">
                <a:latin typeface="Cooper Black" panose="0208090404030B020404" pitchFamily="18" charset="0"/>
              </a:rPr>
              <a:t>Papan</a:t>
            </a:r>
            <a:r>
              <a:rPr lang="en-US" sz="2800" i="1" dirty="0">
                <a:latin typeface="Cooper Black" panose="0208090404030B020404" pitchFamily="18" charset="0"/>
              </a:rPr>
              <a:t> Bunga Duka</a:t>
            </a:r>
          </a:p>
          <a:p>
            <a:pPr marL="285750" indent="-285750">
              <a:buFontTx/>
              <a:buChar char="-"/>
            </a:pPr>
            <a:r>
              <a:rPr lang="en-US" sz="2800" i="1" dirty="0" err="1">
                <a:latin typeface="Cooper Black" panose="0208090404030B020404" pitchFamily="18" charset="0"/>
              </a:rPr>
              <a:t>Papan</a:t>
            </a:r>
            <a:r>
              <a:rPr lang="en-US" sz="2800" i="1" dirty="0">
                <a:latin typeface="Cooper Black" panose="0208090404030B020404" pitchFamily="18" charset="0"/>
              </a:rPr>
              <a:t> Bunga </a:t>
            </a:r>
            <a:r>
              <a:rPr lang="en-US" sz="2800" i="1" dirty="0" err="1">
                <a:latin typeface="Cooper Black" panose="0208090404030B020404" pitchFamily="18" charset="0"/>
              </a:rPr>
              <a:t>Wisuda</a:t>
            </a:r>
            <a:endParaRPr lang="en-US" sz="2800" i="1" dirty="0">
              <a:latin typeface="Cooper Black" panose="0208090404030B0204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800" i="1" dirty="0" err="1">
                <a:latin typeface="Cooper Black" panose="0208090404030B020404" pitchFamily="18" charset="0"/>
              </a:rPr>
              <a:t>Papan</a:t>
            </a:r>
            <a:r>
              <a:rPr lang="en-US" sz="2800" i="1" dirty="0">
                <a:latin typeface="Cooper Black" panose="0208090404030B020404" pitchFamily="18" charset="0"/>
              </a:rPr>
              <a:t> Bunga </a:t>
            </a:r>
            <a:r>
              <a:rPr lang="en-US" sz="2800" i="1" dirty="0" err="1">
                <a:latin typeface="Cooper Black" panose="0208090404030B020404" pitchFamily="18" charset="0"/>
              </a:rPr>
              <a:t>Peresmian</a:t>
            </a:r>
            <a:endParaRPr lang="en-US" sz="2800" i="1" dirty="0">
              <a:latin typeface="Cooper Black" panose="0208090404030B0204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800" i="1" dirty="0">
                <a:latin typeface="Cooper Black" panose="0208090404030B020404" pitchFamily="18" charset="0"/>
              </a:rPr>
              <a:t>Bunga kran - DLL</a:t>
            </a:r>
          </a:p>
        </p:txBody>
      </p:sp>
    </p:spTree>
    <p:extLst>
      <p:ext uri="{BB962C8B-B14F-4D97-AF65-F5344CB8AC3E}">
        <p14:creationId xmlns:p14="http://schemas.microsoft.com/office/powerpoint/2010/main" val="136916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26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Cooper Black</vt:lpstr>
      <vt:lpstr>Monotype Corsiva</vt:lpstr>
      <vt:lpstr>Vladimir Script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hi</cp:lastModifiedBy>
  <cp:revision>1</cp:revision>
  <dcterms:created xsi:type="dcterms:W3CDTF">2025-01-27T13:29:59Z</dcterms:created>
  <dcterms:modified xsi:type="dcterms:W3CDTF">2025-01-27T14:05:26Z</dcterms:modified>
</cp:coreProperties>
</file>